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137160" cy="25603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 MEDCARE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India's Healthcare Divide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Regional Voice AI, Clinical Safety Triage &amp; E-Pharmacy Logistics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3840480"/>
            <a:ext cx="22860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Indian Languages + 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3840480"/>
            <a:ext cx="22860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Safety Screening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3840480"/>
            <a:ext cx="22860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Doctor Referral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0" y="3840480"/>
            <a:ext cx="22860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Courier Fleet Dispatch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5120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Technical &amp; Operational Architecture Presentation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for Pan-India Accessibility &amp; Real-World Clinical Impact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HEALTHCARE IN INDIA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Accessibility, Language &amp; Prescription Crisis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 — Multilingual Voice Healthcare &amp; Pharmacy Logistics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29184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Doctor Shortage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 : 1,000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Doctor-to-patient ratio in rural India is critically below WHO norms (1:1,000). Patients travel 20-50 km just for basic OTC consultation and initial advice.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63040"/>
            <a:ext cx="329184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Linguistic Exclusion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Official Languages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31089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90%+ of healthcare apps operate in English or Hindi only. Over 600 million Indians speaking Telugu, Tamil, Bengali, Marathi, etc. are digitally disenfranchised.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0" y="146304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1463040"/>
            <a:ext cx="329184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Illiteracy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Misuse Rate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138160" y="31089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cannot read complex English prescription labels. Severe confusion over before/after food timing, tablet sequences, and dangerous self-medication.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CRITICAL CARE GAPS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"Dr. Google" Hazard &amp; Logistics Disconnect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 — Multilingual Voice Healthcare &amp; Pharmacy Logistics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20240" y="1508760"/>
            <a:ext cx="8961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Dangerous "Dr. Google" Self-Diagnosis Trap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1847088"/>
            <a:ext cx="8961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search mild symptoms online and misinterpret red-flag emergencies (e.g. Myocardial Infarction misdiagnosed as acidity). Delaying hospital arrival past the "Golden Hour" results in preventable mortality.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8892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20240" y="2697480"/>
            <a:ext cx="8961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Contraindication Ignorance (NSAID Triggers)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3035808"/>
            <a:ext cx="8961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web searches suggest Combiflam or Ibuprofen for fever/headache without checking if the patient has Asthma or Gastric Ulcers, triggering life-threatening bronchospasms or stomach bleeding.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7764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20240" y="3886200"/>
            <a:ext cx="8961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Last-Mile E-Pharmacy Logistics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4224528"/>
            <a:ext cx="8961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E-pharmacy in Tier 2/3 towns lacks real-time courier visibility, assigned rider contacts, transparent multi-item packaging status, or delivery notifications over SMS/WhatsApp.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93776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16636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920240" y="5074920"/>
            <a:ext cx="8961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Post-Consultation Blind Spot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20240" y="5413248"/>
            <a:ext cx="8961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platforms disappear after consultation. Zero automated check-ins occur at 48–72 hours to verify if the illness resolved or has worsened into severe pneumonia, dengue, or sepsis.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COMPREHENSIVE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AI: End-to-End Healthcare &amp; Logistics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 — Multilingual Voice Healthcare &amp; Pharmacy Logistics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Regional Voice AI (22 Languages + EN)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STT &amp; TTS allowing spoken interaction in native Indian dialects.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Clinical Safety Engine (Triage)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306324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inquiries screening age, medications, and asthma/ulcers before dispensing.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8620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Geodesic Doctor Referral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formula mapping GPS coordinates to nearest emergency specialists.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892040"/>
            <a:ext cx="56692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02920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E-Pharmacy &amp; Fleet Logistics CRM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534924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Multi-item carts, 5-stage live courier tracking, verified rider assignment, and follow-ups.</a:t>
            </a:r>
            <a:endParaRPr lang="en-US" sz="1050" dirty="0"/>
          </a:p>
        </p:txBody>
      </p:sp>
      <p:pic>
        <p:nvPicPr>
          <p:cNvPr id="19" name="Image 0" descr="E:/career-ops/medical-chatbot/public/images/chatbot_u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63040"/>
            <a:ext cx="4572000" cy="457200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DEEP-DIVE: PATIENT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Clinical Screening &amp; Contraindication Guard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 — Multilingual Voice Healthcare &amp; Pharmacy Logistics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blindly dispense pills: Sanjeevani pauses and interrogates clinical risk factors first.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01168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Clinical Risk Inquiry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42316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symptoms are reported, bot asks: "What is patient age?", "Any daily medications?", "History of Asthma, High BP, Ulcers, or Allergies?"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29184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Interactive Quick-Reply Chips (Adult, High BP, Asthma, Senior Citizen)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828800"/>
            <a:ext cx="512064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01168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Contraindication Filtering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42316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Asthma or Stomach Ulcers are indicated, NSAIDs (Combiflam/Ibuprofen) are strictly blocked to prevent bronchospasms. Paracetamol (Dolo 650) is safely retained.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329184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Prevents Iatrogenic Complications &amp; Drug Clashes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023360"/>
            <a:ext cx="512064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20624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Age-Specific Dosage Gates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61772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(&lt;12 yrs): Adult solid tablets suppressed; warns against choking and advises pediatric syrup. Geriatric (≥65 yrs): Avoid daytime sedating antihistamines.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548640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Pediatric &amp; Geriatric Safe Prescription Protocol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402336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4023360"/>
            <a:ext cx="512064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20624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Conversational Memory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461772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session memory preserves reported symptoms across subsequent turns so the patient never has to repeat themselves.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55080" y="548640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Human-like Clinical Empathy &amp; Conversation Continuity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DEEP-DIVE: MEDICATION GUIDANCE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Multi-Tablet Scheduling &amp; Meal Relations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 — Multilingual Voice Healthcare &amp; Pharmacy Logistics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251460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Pantoprazole / Omeprazole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 Pump Inhibitor (Antacid)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30 Mins Before Breakfast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Coats stomach lining and reduces acid secretion before taking analgesics or antibiotics.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55448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554480"/>
            <a:ext cx="25146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64592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219456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Paracetamol 650mg (Dolo 650)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11880" y="283464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Analgesic &amp; Antipyretic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338328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Strictly After Meals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411480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safe pain and fever reduction without causing gastric erosion when taken post-food.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55448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554480"/>
            <a:ext cx="25146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64592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219456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Cetirizine 10mg (Zyrtec)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9360" y="283464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Gen Antihistamine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338328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Before Bedtime at Night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411480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Relieves allergic rhinitis, runny nose, and sneezing. Nighttime dosing prevents daytime sleepiness.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23960" y="155448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1554480"/>
            <a:ext cx="251460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8823960" y="164592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06840" y="219456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ORS Hydration Solution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06840" y="283464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Electrolyte Salts &amp; Glucose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006840" y="338328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Continuous Sips Throughout Day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06840" y="411480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Dissolve 1 sachet in 1 liter clean drinking water to prevent dehydration and electrolyte loss.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DEEP-DIVE: VERNACULAR INCLUSIVITY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Eighth-Schedule Indian Languages Voice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 — Multilingual Voice Healthcare &amp; Pharmacy Logistics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illiterate and regional language speakers to simply speak and listen to health advice.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Locale Code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Locale Code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Hindi (हिन्दी)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Devanagari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Assamese (অসমীয়া)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Bengali-Assamese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Bengali (বাংলা)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Bengali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bn-IN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Maithili (मैथिली)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Devanagari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Telugu (తెలుగు)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Telugu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Santali (ᱥᱟᱱᱛᱟᱲᱤ)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 Chiki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Marathi (मराठी)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Devanagari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Kashmiri (کٲشُر)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Perso-Arabic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Tamil (தமிழ்)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Nepali (नेपाली)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Devanagari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Urdu (اردو)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Perso-Arabic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Konkani (कोंकणी)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Devanagari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kok-IN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Gujarati (ગુજરાતી)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Gujarati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Sindhi (سنڌي)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Perso-Arabic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Kannada (ಕನ್ನಡ)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Kannada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Dogri (डोगरी)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Devanagari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doi-IN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Odia (ଓଡ଼ିଆ)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Manipuri (মৈতৈলোন্)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Meitei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mni-IN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Malayalam (മലയാളം)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Malayalam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Bodo (बर')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Devanagari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brx-IN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Punjabi (ਪੰਜਾਬੀ)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Gurmukhi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Sanskrit (संस्कृतम्)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Devanagari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DEEP-DIVE: EMERGENCY 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Red-Flag Detection &amp; Geodesic Doctor Routing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 — Multilingual Voice Healthcare &amp; Pharmacy Logistics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12064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EMERGENCY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immediately detects life-threatening emergency symptoms: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Crushing chest pain radiating to left arm or jaw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Acute shortness of breath / severe dyspnea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Sudden weakness, facial drooping, or slurred speech (Stroke)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Severe uncontrollable bleeding or head trauma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Loss of consciousness, delirium, or severe allergic anaphylaxis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4754880"/>
            <a:ext cx="4572000" cy="914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846320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SAFETY ACTION: OTC tablet recommendations are 100% suppressed. Emergency protocol triggers nearest hospital referral.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521208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GEODESIC HAVERSINE DISTANCE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19456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HTML5 GPS Geolocation captures exact patient Lat/Lng coordinates.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Great-Circle Haversine Formula calculates straight-line distance in kilometers: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 = 2R × arcsin(√(sin²(Δφ/2) + cos φ1 cos φ2 sin²(Δλ/2)))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Ranks nearby verified emergency doctors, cardiologists &amp; hospitals.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instant 1-click telephone dialer buttons (`tel:+91...`).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fallback to city central coordinates if GPS permission is denied.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DEEP-DIVE: E-PHARMACY LOGISTICS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Multi-Item Deliveries &amp; Courier Fleet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 — Multilingual Voice Healthcare &amp; Pharmacy Logistics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Multi-Item Prescription Basket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Itemized quantities, dosage tags, meal instructions, and dynamic subtotal + delivery fee calculation.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5-Stage Courier Tracking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timeline: Placed → Packed → Dispatched → Out for Delivery → Delivered, with timestamped notes.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862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Rider Fleet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2062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CRM pre-loaded with verified riders (Hero Splendor, Ather EV, Bajaj Pulsar) + custom courier dispatch.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89204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0292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Alert Dispatch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3492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SMS, WhatsApp, and Email tracking notifications with instant on-demand resend options.</a:t>
            </a:r>
            <a:endParaRPr lang="en-US" sz="1000" dirty="0"/>
          </a:p>
        </p:txBody>
      </p:sp>
      <p:pic>
        <p:nvPicPr>
          <p:cNvPr id="19" name="Image 0" descr="E:/career-ops/medical-chatbot/public/images/logistics_fle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5029200" cy="457200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DEEP-DIVE: POST-CARE CONTINUITY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48–72 Hour Recovery Tracking &amp; Follow-ups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 — Multilingual Voice Healthcare &amp; Pharmacy Logistics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251460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0: INGESTION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Registration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inquiry creates an active disease tracking record with target follow-up timestamp set to +48 to +72 hours.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16459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645920"/>
            <a:ext cx="251460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73736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2-3: CHECK-IN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11880" y="228600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Bot Message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11880" y="301752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proactively reaches out via SMS/WhatsApp or Portal: "Namaste! Checking on your fever and headache from 2 days ago. How are you feeling today?"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645920"/>
            <a:ext cx="251460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73736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RECOVERED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228600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&amp; Archive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replies "Feeling better" -&gt; Status updated to RECOVERED in Admin CRM. Preventive wellness advice provided.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23960" y="1645920"/>
            <a:ext cx="2514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1645920"/>
            <a:ext cx="25146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8823960" y="173736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UNRESOLVED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06840" y="228600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Escalation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06840" y="3017520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replies "Still having high fever" -&gt; Bot immediately escalates to DOCTOR_ESCALATED and maps nearest emergency physician.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 &amp; DEVOPS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JavaScript Architecture &amp; Render Cloud CI/CD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 — Multilingual Voice Healthcare &amp; Pharmacy Logistics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Layer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Technology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Architectural Role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 &amp; Backend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 LTS + Express.js 4.x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High-throughput async event loop, RESTful APIs, and SPA wildcard router.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Client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HTML5, CSS3, Vanilla ES6+ JS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Zero-framework build overhead, sub-second load times, responsive UI.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Speech STT &amp; TTS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Speech API (Recognition/Synthesis)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multilingual voice input &amp; audio response across 22 languages.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Geospatial Engine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HTML5 Geolocation + Haversine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GPS latitude/longitude extraction &amp; great-circle distance computation.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Persistence Store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 JSON Document Store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transaction-safe data/db-store.json with file-locking guards.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CRM Security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Middleware &amp; Env Salt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Protected routes via x-admin-token and private ADMIN_PASS variables.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Deployment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Render.com PaaS + GitHub CI/CD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webhook deployments on git push to main, SSL/TLS, and health checks.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IMPACT &amp; 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Healthcare Accessibility for 1.4 Billion Citizens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12064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LANGUAGE EXCLUSION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Indian Languages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Indian is denied emergency care or medical guidance due to illiteracy or regional language barriers.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2194560"/>
            <a:ext cx="512064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IATROGENIC HARM REDUCTION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Contraindication Gate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32004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accidental NSAID-induced asthma attacks and peptic ulcer hemorrhages before purchase.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12064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LAST-MILE PHARMACY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Hyperlocal Logistics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51206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verified local courier riders with timestamped 5-stage tracking and transparent delivery.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4114800"/>
            <a:ext cx="512064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DIGITAL HEALTH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ABDM &amp; ABHA Aligned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51206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Architected to easily bridge into Ayushman Bharat Digital Mission electronic health records.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AI: Medical Intelligence for Every Voice, in Every Village.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Sanjeevani AI MedCare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Sanjeevani AI: Multilingual Voice Medical Chatbot &amp; E-Pharmacy</dc:title>
  <dc:subject>PptxGenJS Presentation</dc:subject>
  <dc:creator>Sanjeevani AI Team</dc:creator>
  <cp:lastModifiedBy>Sanjeevani AI Team</cp:lastModifiedBy>
  <cp:revision>1</cp:revision>
  <dcterms:created xsi:type="dcterms:W3CDTF">2026-09-05T19:18:19Z</dcterms:created>
  <dcterms:modified xsi:type="dcterms:W3CDTF">2026-09-05T19:18:19Z</dcterms:modified>
</cp:coreProperties>
</file>